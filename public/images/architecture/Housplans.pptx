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012A3-C116-B8E9-D31E-015443334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0A6DB-D48C-9AB1-89C3-0881368CD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880DA0-0463-C6DF-9BB0-AB1F9C9F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CF34D-79E9-AA0A-BF0F-D9F2903A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3E5FA-E518-58E5-1B57-3BBD573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799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D39FC-373E-8E26-31B4-344045CD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C679F-E7AD-F98C-8C7A-6FF1D49DB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A8E2A7-F995-58A4-8173-D21DE6D2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F58C49-D03C-7EDF-4661-4F0E6AD1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0311B4-1BB4-87A2-EA34-F33D06DF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46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413DB-D64B-29B8-6AC6-C1D57808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97DDF-44B6-C05C-4A51-9110463BA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7D7FB0-779E-3B49-364A-B491B372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397AEF-6A50-13A3-D43D-D8C41849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6E2D65-D6C7-55C4-C938-1F2EFA88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70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10098-C981-0979-0EC8-EF413D69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ED5786-0FDD-C2CF-CA5B-F9B6964A6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081A10-2984-6973-A3CA-BDDC59729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28BB85-BD24-F6F1-4F50-F0ED21C3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EA41B9-E130-6258-E4A7-6F60CD94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1A5E2-C9D3-540D-6801-4831078D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87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0FB77-9D2D-AF4A-2F79-8F9155DA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8A5132-71E6-2689-5AE0-0CCD55B3C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4719CA-DB9D-D397-FA1F-C93B97D2E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A431DA-18E6-3670-7BF2-460FF1598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BAA5C2-8719-5BDB-9483-29987A405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95F3B8-E6E2-7EA7-4622-95664850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50929B-58CF-BBC9-FAD5-A7CB21DF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82B55E-A269-5733-4986-010521B3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58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A257E-5BA4-6468-093C-3F43224E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C13986-8C9F-610A-F0AA-891F0BBB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B5F8A5-4EAA-0828-845F-935842E2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7DBF65-91D3-B083-34DB-1BCD06FB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92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1AC693-6733-4078-9343-20C200C7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0257EE-FC84-E60F-356C-779E88FF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DF997E-3739-79EB-00A4-F0661A0E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81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02577-1908-0F18-8258-9F4B1772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7536F-EAFE-20AD-7404-AC3E6E19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C10B24-6A77-EC2E-80FA-2D837CFFE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2C711D-12C6-2ADE-6109-2A90A5AF3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23D6CC-D7BA-1434-BC53-7121A144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37FEC7-E931-28D0-C1C3-4BD76D29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678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34B0C-E058-C5C5-EECE-A3153495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C4EF21-8B93-1B8B-569A-90B568EF8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3B7235-6382-D4DD-CF7C-07D27AC0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FE7C65-D185-A3CC-F73D-EFBA680C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C5664D-E94E-97BE-39AA-E7B738E1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773C46-4E6B-DDB9-8DB4-9AA3E136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90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3D778-0392-E5E2-EAFF-40FB2FDA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4101EA-36AA-7545-D367-E94CFAFB4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917387-5BEE-D269-D7DA-D0205582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DECDA-7800-BDCB-4ABF-0253881A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D5C4F-8E3C-BB49-DCCA-D488E466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110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821E6B-190D-5C77-F7C1-B1657AE99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441CB6-96DB-1018-7737-B605D4166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125F66-4A68-80A6-3D85-3AE37F5F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D77A0-C16F-A096-840B-4ABB6B8F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6EDECF-F4AA-A216-A3A0-1CA88300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1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A389CC-32E9-E293-C75E-685418EA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46EC32-EE21-F651-E79E-F09D88954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D8CC3-8E82-572C-3889-62A9537AF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C4A8B-DE29-49DB-877B-9B2510C4A95A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B33041-C2B8-B141-F11C-21439C53D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98396-DB16-0D77-D49A-FDEC947D7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5F0DA-0BA9-463B-95C8-2146603312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862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ull view">
            <a:extLst>
              <a:ext uri="{FF2B5EF4-FFF2-40B4-BE49-F238E27FC236}">
                <a16:creationId xmlns:a16="http://schemas.microsoft.com/office/drawing/2014/main" id="{FAFFD4A9-0E53-D570-57F6-0112A0FF9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0"/>
            <a:ext cx="5524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87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9AEB8-839E-3E46-915F-389012872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is may contain: a farm house with a pond in the foreground and wildflowers on the other side">
            <a:extLst>
              <a:ext uri="{FF2B5EF4-FFF2-40B4-BE49-F238E27FC236}">
                <a16:creationId xmlns:a16="http://schemas.microsoft.com/office/drawing/2014/main" id="{31E83F0B-6B6C-7D43-29BE-52DA6B85AF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66"/>
          <a:stretch/>
        </p:blipFill>
        <p:spPr bwMode="auto">
          <a:xfrm>
            <a:off x="1535351" y="0"/>
            <a:ext cx="91212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8DFF-F04B-7A39-5229-B2F2B299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sa en medio de la calle&#10;&#10;El contenido generado por IA puede ser incorrecto.">
            <a:extLst>
              <a:ext uri="{FF2B5EF4-FFF2-40B4-BE49-F238E27FC236}">
                <a16:creationId xmlns:a16="http://schemas.microsoft.com/office/drawing/2014/main" id="{B5494D68-EC4D-1081-6DF9-EBA356AD3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" b="20132"/>
          <a:stretch/>
        </p:blipFill>
        <p:spPr>
          <a:xfrm>
            <a:off x="2100404" y="-1"/>
            <a:ext cx="7215612" cy="687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0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F298-6DF6-2AE4-C7D3-C0DCD5F9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ull view">
            <a:extLst>
              <a:ext uri="{FF2B5EF4-FFF2-40B4-BE49-F238E27FC236}">
                <a16:creationId xmlns:a16="http://schemas.microsoft.com/office/drawing/2014/main" id="{41E55F70-D671-DC38-BBE2-C7E88ED47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0"/>
            <a:ext cx="6721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80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D1FBD-7E74-EB8A-7193-E153C4BE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ull view">
            <a:extLst>
              <a:ext uri="{FF2B5EF4-FFF2-40B4-BE49-F238E27FC236}">
                <a16:creationId xmlns:a16="http://schemas.microsoft.com/office/drawing/2014/main" id="{6BE7E2C0-CEF5-0A76-0239-64E6BA18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0"/>
            <a:ext cx="6197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59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is may contain: a gray house with white trim on the front porch and stairs leading up to it">
            <a:extLst>
              <a:ext uri="{FF2B5EF4-FFF2-40B4-BE49-F238E27FC236}">
                <a16:creationId xmlns:a16="http://schemas.microsoft.com/office/drawing/2014/main" id="{B25BA529-6468-72BB-4F68-B2D4FE13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818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43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AEF5-D2E1-0CEE-520E-EEDCCF06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ory Pin image">
            <a:extLst>
              <a:ext uri="{FF2B5EF4-FFF2-40B4-BE49-F238E27FC236}">
                <a16:creationId xmlns:a16="http://schemas.microsoft.com/office/drawing/2014/main" id="{7A5969CF-86B5-75BA-F0E8-AA28E46C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27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977D-DB3C-2C16-CD48-48C74FDD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is may contain: a yellow house with white trim and flowers on the front porch">
            <a:extLst>
              <a:ext uri="{FF2B5EF4-FFF2-40B4-BE49-F238E27FC236}">
                <a16:creationId xmlns:a16="http://schemas.microsoft.com/office/drawing/2014/main" id="{4639A4E2-3626-9CA7-B294-8E975636D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361" y="0"/>
            <a:ext cx="4510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688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Agustin</dc:creator>
  <cp:lastModifiedBy>Agustin</cp:lastModifiedBy>
  <cp:revision>1</cp:revision>
  <dcterms:created xsi:type="dcterms:W3CDTF">2026-06-08T17:38:25Z</dcterms:created>
  <dcterms:modified xsi:type="dcterms:W3CDTF">2026-06-08T17:52:48Z</dcterms:modified>
</cp:coreProperties>
</file>